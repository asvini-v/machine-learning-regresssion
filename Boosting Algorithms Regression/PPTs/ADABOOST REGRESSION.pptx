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66983-13D7-4014-AED8-34AECD2995F2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E1BA1-65B7-4139-914D-847D4364EF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2728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66983-13D7-4014-AED8-34AECD2995F2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E1BA1-65B7-4139-914D-847D4364EF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2173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66983-13D7-4014-AED8-34AECD2995F2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E1BA1-65B7-4139-914D-847D4364EF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012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66983-13D7-4014-AED8-34AECD2995F2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E1BA1-65B7-4139-914D-847D4364EF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0578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66983-13D7-4014-AED8-34AECD2995F2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E1BA1-65B7-4139-914D-847D4364EF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1837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66983-13D7-4014-AED8-34AECD2995F2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E1BA1-65B7-4139-914D-847D4364EF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1497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66983-13D7-4014-AED8-34AECD2995F2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E1BA1-65B7-4139-914D-847D4364EF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7113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66983-13D7-4014-AED8-34AECD2995F2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E1BA1-65B7-4139-914D-847D4364EF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7668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66983-13D7-4014-AED8-34AECD2995F2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E1BA1-65B7-4139-914D-847D4364EF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6112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66983-13D7-4014-AED8-34AECD2995F2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E1BA1-65B7-4139-914D-847D4364EF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5447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66983-13D7-4014-AED8-34AECD2995F2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E1BA1-65B7-4139-914D-847D4364EF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1478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266983-13D7-4014-AED8-34AECD2995F2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4E1BA1-65B7-4139-914D-847D4364EF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743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>
                <a:latin typeface="Arial Black" panose="020B0A04020102020204" pitchFamily="34" charset="0"/>
              </a:rPr>
              <a:t>ADABOOST REGRESSION </a:t>
            </a: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 smtClean="0"/>
              <a:t>Boosting Algorithm for Regression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678906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646" y="365125"/>
            <a:ext cx="10492154" cy="1325563"/>
          </a:xfrm>
        </p:spPr>
        <p:txBody>
          <a:bodyPr/>
          <a:lstStyle/>
          <a:p>
            <a:r>
              <a:rPr lang="en-IN" dirty="0" smtClean="0">
                <a:latin typeface="Arial Black" panose="020B0A04020102020204" pitchFamily="34" charset="0"/>
              </a:rPr>
              <a:t>What is </a:t>
            </a:r>
            <a:r>
              <a:rPr lang="en-IN" dirty="0" err="1" smtClean="0">
                <a:latin typeface="Arial Black" panose="020B0A04020102020204" pitchFamily="34" charset="0"/>
              </a:rPr>
              <a:t>Adaboost</a:t>
            </a:r>
            <a:r>
              <a:rPr lang="en-IN" dirty="0" smtClean="0">
                <a:latin typeface="Arial Black" panose="020B0A04020102020204" pitchFamily="34" charset="0"/>
              </a:rPr>
              <a:t>?</a:t>
            </a: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Adaboost</a:t>
            </a:r>
            <a:r>
              <a:rPr lang="en-US" dirty="0" smtClean="0"/>
              <a:t> stands for </a:t>
            </a:r>
            <a:r>
              <a:rPr lang="en-US" b="1" dirty="0" smtClean="0"/>
              <a:t>Adaptive Boosting</a:t>
            </a:r>
          </a:p>
          <a:p>
            <a:r>
              <a:rPr lang="en-US" dirty="0" smtClean="0"/>
              <a:t>It is a </a:t>
            </a:r>
            <a:r>
              <a:rPr lang="en-US" b="1" dirty="0" smtClean="0"/>
              <a:t>boosting ensemble algorithm</a:t>
            </a:r>
          </a:p>
          <a:p>
            <a:r>
              <a:rPr lang="en-US" dirty="0" smtClean="0"/>
              <a:t>It combines multiple </a:t>
            </a:r>
            <a:r>
              <a:rPr lang="en-US" b="1" dirty="0" smtClean="0"/>
              <a:t>weak learners</a:t>
            </a:r>
            <a:r>
              <a:rPr lang="en-US" dirty="0" smtClean="0"/>
              <a:t> to form a </a:t>
            </a:r>
            <a:r>
              <a:rPr lang="en-US" b="1" dirty="0" smtClean="0"/>
              <a:t>strong model</a:t>
            </a:r>
          </a:p>
          <a:p>
            <a:r>
              <a:rPr lang="en-US" dirty="0" smtClean="0"/>
              <a:t>Each new model focuses more on </a:t>
            </a:r>
            <a:r>
              <a:rPr lang="en-US" b="1" dirty="0" smtClean="0"/>
              <a:t>previous errors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1999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 smtClean="0">
                <a:latin typeface="Arial Black" panose="020B0A04020102020204" pitchFamily="34" charset="0"/>
              </a:rPr>
              <a:t>Adaboost</a:t>
            </a:r>
            <a:r>
              <a:rPr lang="en-IN" dirty="0" smtClean="0">
                <a:latin typeface="Arial Black" panose="020B0A04020102020204" pitchFamily="34" charset="0"/>
              </a:rPr>
              <a:t> Diagram</a:t>
            </a:r>
            <a:endParaRPr lang="en-IN" dirty="0">
              <a:latin typeface="Arial Black" panose="020B0A04020102020204" pitchFamily="34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2423" y="2048609"/>
            <a:ext cx="8077235" cy="3827368"/>
          </a:xfrm>
        </p:spPr>
      </p:pic>
    </p:spTree>
    <p:extLst>
      <p:ext uri="{BB962C8B-B14F-4D97-AF65-F5344CB8AC3E}">
        <p14:creationId xmlns:p14="http://schemas.microsoft.com/office/powerpoint/2010/main" val="3508572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latin typeface="Arial Black" panose="020B0A04020102020204" pitchFamily="34" charset="0"/>
              </a:rPr>
              <a:t>How </a:t>
            </a:r>
            <a:r>
              <a:rPr lang="en-IN" dirty="0" err="1" smtClean="0">
                <a:latin typeface="Arial Black" panose="020B0A04020102020204" pitchFamily="34" charset="0"/>
              </a:rPr>
              <a:t>AdaBoost</a:t>
            </a:r>
            <a:r>
              <a:rPr lang="en-IN" dirty="0" smtClean="0">
                <a:latin typeface="Arial Black" panose="020B0A04020102020204" pitchFamily="34" charset="0"/>
              </a:rPr>
              <a:t> Works?</a:t>
            </a: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First model is trained on the original data</a:t>
            </a:r>
          </a:p>
          <a:p>
            <a:r>
              <a:rPr lang="en-US" dirty="0" smtClean="0"/>
              <a:t>Incorrectly predicted points get </a:t>
            </a:r>
            <a:r>
              <a:rPr lang="en-US" b="1" dirty="0" smtClean="0"/>
              <a:t>higher weight</a:t>
            </a:r>
          </a:p>
          <a:p>
            <a:r>
              <a:rPr lang="en-US" dirty="0" smtClean="0"/>
              <a:t>Next model focuses more on these difficult points</a:t>
            </a:r>
          </a:p>
          <a:p>
            <a:r>
              <a:rPr lang="en-US" dirty="0" smtClean="0"/>
              <a:t>Final prediction is a </a:t>
            </a:r>
            <a:r>
              <a:rPr lang="en-US" b="1" dirty="0" smtClean="0"/>
              <a:t>weighted sum of all models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7003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latin typeface="Arial Black" panose="020B0A04020102020204" pitchFamily="34" charset="0"/>
              </a:rPr>
              <a:t>Advantages &amp; Limitations</a:t>
            </a:r>
            <a:endParaRPr lang="en-IN" b="1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i="1" dirty="0" smtClean="0"/>
              <a:t>Advantages: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 smtClean="0"/>
              <a:t>High accuracy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 smtClean="0"/>
              <a:t>Handles missing values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 smtClean="0"/>
              <a:t>Built-in regularization</a:t>
            </a:r>
          </a:p>
          <a:p>
            <a:pPr>
              <a:buFont typeface="Wingdings" panose="05000000000000000000" pitchFamily="2" charset="2"/>
              <a:buChar char="§"/>
            </a:pPr>
            <a:endParaRPr lang="en-IN" dirty="0"/>
          </a:p>
          <a:p>
            <a:pPr marL="0" indent="0">
              <a:buNone/>
            </a:pPr>
            <a:r>
              <a:rPr lang="en-IN" b="1" i="1" dirty="0" smtClean="0"/>
              <a:t>Limitations: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 smtClean="0"/>
              <a:t>Complex to tune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 smtClean="0"/>
              <a:t>Requires extra library installation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25387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97</Words>
  <Application>Microsoft Office PowerPoint</Application>
  <PresentationFormat>Widescreen</PresentationFormat>
  <Paragraphs>22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Arial Black</vt:lpstr>
      <vt:lpstr>Calibri</vt:lpstr>
      <vt:lpstr>Calibri Light</vt:lpstr>
      <vt:lpstr>Wingdings</vt:lpstr>
      <vt:lpstr>Office Theme</vt:lpstr>
      <vt:lpstr>ADABOOST REGRESSION </vt:lpstr>
      <vt:lpstr>What is Adaboost?</vt:lpstr>
      <vt:lpstr>Adaboost Diagram</vt:lpstr>
      <vt:lpstr>How AdaBoost Works?</vt:lpstr>
      <vt:lpstr>Advantages &amp; Limitations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ADABOOST REGRESSION</dc:title>
  <dc:creator>hp</dc:creator>
  <cp:lastModifiedBy>hp</cp:lastModifiedBy>
  <cp:revision>5</cp:revision>
  <dcterms:created xsi:type="dcterms:W3CDTF">2026-01-29T03:01:28Z</dcterms:created>
  <dcterms:modified xsi:type="dcterms:W3CDTF">2026-01-29T09:52:47Z</dcterms:modified>
</cp:coreProperties>
</file>