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7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78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61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0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53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87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6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3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90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60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5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E84D0-33A6-4242-81B0-D8166D059BFE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D7455-BBCF-4159-A194-BF0980CE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77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>
                <a:latin typeface="Arial Black" panose="020B0A04020102020204" pitchFamily="34" charset="0"/>
              </a:rPr>
              <a:t>XGBoost</a:t>
            </a:r>
            <a:r>
              <a:rPr lang="en-IN" dirty="0" smtClean="0">
                <a:latin typeface="Arial Black" panose="020B0A04020102020204" pitchFamily="34" charset="0"/>
              </a:rPr>
              <a:t> Regression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Extreme 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2353597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Arial Black" panose="020B0A04020102020204" pitchFamily="34" charset="0"/>
              </a:rPr>
              <a:t>What is </a:t>
            </a:r>
            <a:r>
              <a:rPr lang="en-IN" b="1" dirty="0" err="1" smtClean="0">
                <a:latin typeface="Arial Black" panose="020B0A04020102020204" pitchFamily="34" charset="0"/>
              </a:rPr>
              <a:t>XGBoost</a:t>
            </a:r>
            <a:r>
              <a:rPr lang="en-IN" b="1" dirty="0" smtClean="0">
                <a:latin typeface="Arial Black" panose="020B0A04020102020204" pitchFamily="34" charset="0"/>
              </a:rPr>
              <a:t>?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XGBoost</a:t>
            </a:r>
            <a:r>
              <a:rPr lang="en-US" dirty="0" smtClean="0"/>
              <a:t> stands for </a:t>
            </a:r>
            <a:r>
              <a:rPr lang="en-US" b="1" dirty="0" smtClean="0"/>
              <a:t>Extreme Gradient Boosting</a:t>
            </a:r>
          </a:p>
          <a:p>
            <a:r>
              <a:rPr lang="en-US" dirty="0" smtClean="0"/>
              <a:t>Advanced version of Gradient Boosting</a:t>
            </a:r>
          </a:p>
          <a:p>
            <a:r>
              <a:rPr lang="en-US" dirty="0" smtClean="0"/>
              <a:t>Uses </a:t>
            </a:r>
            <a:r>
              <a:rPr lang="en-US" b="1" dirty="0" smtClean="0"/>
              <a:t>regularization</a:t>
            </a:r>
            <a:r>
              <a:rPr lang="en-US" dirty="0" smtClean="0"/>
              <a:t> to avoid overfitting</a:t>
            </a:r>
          </a:p>
          <a:p>
            <a:r>
              <a:rPr lang="en-US" dirty="0" smtClean="0"/>
              <a:t>Faster and more efficient than traditional boosting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593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>
                <a:latin typeface="Arial Black" panose="020B0A04020102020204" pitchFamily="34" charset="0"/>
              </a:rPr>
              <a:t>XGBoost</a:t>
            </a:r>
            <a:r>
              <a:rPr lang="en-IN" b="1" dirty="0" smtClean="0">
                <a:latin typeface="Arial Black" panose="020B0A04020102020204" pitchFamily="34" charset="0"/>
              </a:rPr>
              <a:t> diagram</a:t>
            </a:r>
            <a:endParaRPr lang="en-IN" b="1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5337" y="1873197"/>
            <a:ext cx="5293878" cy="43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5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Working of </a:t>
            </a:r>
            <a:r>
              <a:rPr lang="en-IN" dirty="0" err="1" smtClean="0">
                <a:latin typeface="Arial Black" panose="020B0A04020102020204" pitchFamily="34" charset="0"/>
              </a:rPr>
              <a:t>XGBoost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Models are built </a:t>
            </a:r>
            <a:r>
              <a:rPr lang="en-IN" b="1" dirty="0" smtClean="0"/>
              <a:t>sequentially</a:t>
            </a:r>
          </a:p>
          <a:p>
            <a:r>
              <a:rPr lang="en-US" dirty="0" smtClean="0"/>
              <a:t>Each model learns from </a:t>
            </a:r>
            <a:r>
              <a:rPr lang="en-US" b="1" dirty="0" smtClean="0"/>
              <a:t>previous residual errors</a:t>
            </a:r>
          </a:p>
          <a:p>
            <a:r>
              <a:rPr lang="en-IN" dirty="0" smtClean="0"/>
              <a:t>Uses gradient descent to minimize loss</a:t>
            </a:r>
          </a:p>
          <a:p>
            <a:r>
              <a:rPr lang="en-US" dirty="0" smtClean="0"/>
              <a:t>Strong focus on performance optimization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085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Advantages &amp; Limitations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 smtClean="0"/>
              <a:t>Advantages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High accuracy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Handles missing values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Built-in regularization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marL="0" indent="0">
              <a:buNone/>
            </a:pPr>
            <a:r>
              <a:rPr lang="en-IN" b="1" i="1" dirty="0" smtClean="0"/>
              <a:t>Limitation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Complex to tune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Requires extra library installation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26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Wingdings</vt:lpstr>
      <vt:lpstr>Office Theme</vt:lpstr>
      <vt:lpstr>XGBoost Regression</vt:lpstr>
      <vt:lpstr>What is XGBoost?</vt:lpstr>
      <vt:lpstr>XGBoost diagram</vt:lpstr>
      <vt:lpstr>Working of XGBoost</vt:lpstr>
      <vt:lpstr>Advantages &amp; Limitations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</cp:revision>
  <dcterms:created xsi:type="dcterms:W3CDTF">2026-01-29T04:48:25Z</dcterms:created>
  <dcterms:modified xsi:type="dcterms:W3CDTF">2026-01-29T07:24:49Z</dcterms:modified>
</cp:coreProperties>
</file>