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72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4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1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455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862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48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05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3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1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69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ED824-0200-47DB-B0C5-40E8C4C89792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E272E-6A9F-44B3-9A6E-B7914697B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886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LightGBM</a:t>
            </a:r>
            <a:r>
              <a:rPr lang="en-IN" dirty="0" smtClean="0"/>
              <a:t> Regression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Light Gradient Boosting Machine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226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What is </a:t>
            </a:r>
            <a:r>
              <a:rPr lang="en-IN" dirty="0" err="1" smtClean="0">
                <a:latin typeface="Arial Black" panose="020B0A04020102020204" pitchFamily="34" charset="0"/>
              </a:rPr>
              <a:t>LightGBM</a:t>
            </a:r>
            <a:r>
              <a:rPr lang="en-IN" dirty="0" smtClean="0">
                <a:latin typeface="Arial Black" panose="020B0A04020102020204" pitchFamily="34" charset="0"/>
              </a:rPr>
              <a:t>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LightGBM</a:t>
            </a:r>
            <a:r>
              <a:rPr lang="en-US" dirty="0" smtClean="0"/>
              <a:t> is a </a:t>
            </a:r>
            <a:r>
              <a:rPr lang="en-US" b="1" dirty="0" smtClean="0"/>
              <a:t>fast boosting framework</a:t>
            </a:r>
          </a:p>
          <a:p>
            <a:r>
              <a:rPr lang="en-IN" dirty="0" smtClean="0"/>
              <a:t>Developed by Microsoft</a:t>
            </a:r>
          </a:p>
          <a:p>
            <a:r>
              <a:rPr lang="en-IN" dirty="0" smtClean="0"/>
              <a:t>Designed for </a:t>
            </a:r>
            <a:r>
              <a:rPr lang="en-IN" b="1" dirty="0" smtClean="0"/>
              <a:t>large datasets</a:t>
            </a:r>
          </a:p>
          <a:p>
            <a:r>
              <a:rPr lang="en-IN" dirty="0" smtClean="0"/>
              <a:t>Uses tree-based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355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latin typeface="Arial Black" panose="020B0A04020102020204" pitchFamily="34" charset="0"/>
              </a:rPr>
              <a:t>LightGBM</a:t>
            </a:r>
            <a:r>
              <a:rPr lang="en-IN" dirty="0" smtClean="0">
                <a:latin typeface="Arial Black" panose="020B0A04020102020204" pitchFamily="34" charset="0"/>
              </a:rPr>
              <a:t> Diagram</a:t>
            </a:r>
            <a:endParaRPr lang="en-IN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9494" y="2101120"/>
            <a:ext cx="5316690" cy="28666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78" y="2085095"/>
            <a:ext cx="5495674" cy="287376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6861" y="2074985"/>
            <a:ext cx="5468815" cy="289266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6348045" y="2074984"/>
            <a:ext cx="5336931" cy="2910253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39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latin typeface="Arial Black" panose="020B0A04020102020204" pitchFamily="34" charset="0"/>
              </a:rPr>
              <a:t>LightGBM</a:t>
            </a:r>
            <a:r>
              <a:rPr lang="en-IN" dirty="0" smtClean="0">
                <a:latin typeface="Arial Black" panose="020B0A04020102020204" pitchFamily="34" charset="0"/>
              </a:rPr>
              <a:t> Working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Grows trees </a:t>
            </a:r>
            <a:r>
              <a:rPr lang="en-US" b="1" dirty="0" smtClean="0"/>
              <a:t>leaf-wise</a:t>
            </a:r>
            <a:r>
              <a:rPr lang="en-US" dirty="0" smtClean="0"/>
              <a:t>, not level-wise</a:t>
            </a:r>
          </a:p>
          <a:p>
            <a:r>
              <a:rPr lang="en-US" dirty="0" smtClean="0"/>
              <a:t>Chooses leaf with </a:t>
            </a:r>
            <a:r>
              <a:rPr lang="en-US" b="1" dirty="0" smtClean="0"/>
              <a:t>maximum loss reduction</a:t>
            </a:r>
          </a:p>
          <a:p>
            <a:r>
              <a:rPr lang="en-US" dirty="0" smtClean="0"/>
              <a:t>Faster training compared to </a:t>
            </a:r>
            <a:r>
              <a:rPr lang="en-US" dirty="0" err="1" smtClean="0"/>
              <a:t>XGBoost</a:t>
            </a:r>
            <a:endParaRPr lang="en-US" dirty="0" smtClean="0"/>
          </a:p>
          <a:p>
            <a:r>
              <a:rPr lang="en-US" dirty="0" smtClean="0"/>
              <a:t>Can achieve better accuracy with fewer trees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47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Arial Black" panose="020B0A04020102020204" pitchFamily="34" charset="0"/>
              </a:rPr>
              <a:t>Advantages &amp; Limitations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 smtClean="0"/>
              <a:t>Advantages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 smtClean="0"/>
              <a:t> Very fast training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Lower memory usage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High accuracy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 marL="0" indent="0">
              <a:buNone/>
            </a:pPr>
            <a:r>
              <a:rPr lang="en-IN" b="1" i="1" dirty="0" smtClean="0"/>
              <a:t>Limitations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Can </a:t>
            </a:r>
            <a:r>
              <a:rPr lang="en-IN" dirty="0" err="1" smtClean="0"/>
              <a:t>overfit</a:t>
            </a:r>
            <a:r>
              <a:rPr lang="en-IN" dirty="0" smtClean="0"/>
              <a:t> small datasets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 smtClean="0"/>
              <a:t>Needs careful parameter tuning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13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Wingdings</vt:lpstr>
      <vt:lpstr>Office Theme</vt:lpstr>
      <vt:lpstr>LightGBM Regression</vt:lpstr>
      <vt:lpstr>What is LightGBM?</vt:lpstr>
      <vt:lpstr>LightGBM Diagram</vt:lpstr>
      <vt:lpstr>LightGBM Working</vt:lpstr>
      <vt:lpstr>Advantages &amp; Limitations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LightGBM Regression</dc:title>
  <dc:creator>hp</dc:creator>
  <cp:lastModifiedBy>hp</cp:lastModifiedBy>
  <cp:revision>2</cp:revision>
  <dcterms:created xsi:type="dcterms:W3CDTF">2026-01-29T07:45:50Z</dcterms:created>
  <dcterms:modified xsi:type="dcterms:W3CDTF">2026-01-29T07:54:14Z</dcterms:modified>
</cp:coreProperties>
</file>